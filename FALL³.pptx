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7" r:id="rId7"/>
    <p:sldId id="259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9C9215-8190-4422-A17E-CA78877DC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3015937-5436-4B25-9010-F673D40FE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AEFAD9-8780-4C28-AED3-5CC9CD0C8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6ED-0C5C-421F-A103-66809BCC52E0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F3EB95-840A-4025-BAB7-BAF301ADD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88F979-448D-45E6-ABE8-4C96A9A95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B0EF-03D0-4814-9B0B-6107765D83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3561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38816D-5A15-4156-98AC-D68AF7100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93A45C-C38A-40F4-8C21-416D1AC33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082083-FB37-4FE9-9192-EAEFA5D68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6ED-0C5C-421F-A103-66809BCC52E0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4D5D6D-AB48-4562-B2C3-2760BEB94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4856A2-0A3A-462E-AA23-37AA6D6BF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B0EF-03D0-4814-9B0B-6107765D83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9065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34BDE5-E8EE-4013-A796-5C42EB416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35487F2-9511-4AE2-9D7C-AA0B5BFC7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2F3D0B-BEED-452E-8489-C976E6646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6ED-0C5C-421F-A103-66809BCC52E0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736C56-8B3E-476C-B30E-53B96D812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333B22-9AC8-4894-BADE-978F82D1B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B0EF-03D0-4814-9B0B-6107765D83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9905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0D3AFA-FEAE-4AF2-AFE1-856744094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4D4531-33DF-4DCF-B313-B242C9F3B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7D5439E-1718-4D97-8E30-3B74B59E1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12C4FB-B5A7-4925-B266-D294EBB37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6ED-0C5C-421F-A103-66809BCC52E0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C9692D-A4D5-41CF-ADF1-5B697FBA8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3298EB-73AE-421B-B661-51D03B652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B0EF-03D0-4814-9B0B-6107765D83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59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E37458-DD80-41CF-B404-4CDE71593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3FFB86-2BAD-4985-8D99-620ED5AA6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CEF8F8A-A706-42C3-9324-2DC304D27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B8F5B8E-370C-454A-B513-18662E14C4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D260757-82E7-4C87-A087-EFC68231C9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EECC7AB-9868-4D51-8C8D-9B3B9B4E3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6ED-0C5C-421F-A103-66809BCC52E0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E4192B2-AD0D-47EA-872A-694C46407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954F1D6-5D1B-430B-9A38-11A4176C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B0EF-03D0-4814-9B0B-6107765D83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3031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F15B0D-7254-457C-A5DA-556B22879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45B8B7E-1523-4F7C-9096-473C3ED88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6ED-0C5C-421F-A103-66809BCC52E0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36FA24E-37A7-4252-8871-10C351943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4FA31DC-263A-4CB1-8205-4775E7BB9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B0EF-03D0-4814-9B0B-6107765D83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6988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384A053-5F9C-4CE1-836D-1EFEE8DA8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6ED-0C5C-421F-A103-66809BCC52E0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7D0A9B6-19CF-48A3-8C13-041176DFF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148B675-69EE-49DB-98DA-05C94376C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B0EF-03D0-4814-9B0B-6107765D83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642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00E5CE-28A0-461B-A0E5-860107470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B0C42F-A7DD-45D3-B4AE-56BBA0378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43DECAB-ABFF-456E-8BE0-9B07CE693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59D3EEE-E59B-43F9-96ED-DEA7C9C84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6ED-0C5C-421F-A103-66809BCC52E0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5F0D56-30E0-45EC-AEF2-6E9E6FE19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8DCA81-52EB-47F2-BEDE-61B562A84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B0EF-03D0-4814-9B0B-6107765D83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6707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83D13A-24D1-49B1-AB8F-966A73F9A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525E96E-27DC-4F00-9418-A198EF2E30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255E502-F4FF-4576-9782-0937D5F3E6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16FD539-3BF3-474B-A953-2781DB7CA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6ED-0C5C-421F-A103-66809BCC52E0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566541-8AE9-476C-8012-4121A1FAE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6680189-61BF-4A13-B61C-FF3A25626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B0EF-03D0-4814-9B0B-6107765D83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093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F88FEC-56C3-4DFE-B353-389E01A39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3786E8A-F75C-43CF-8A90-68016C651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451719-F69A-4C36-BCB9-2069310BF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6ED-0C5C-421F-A103-66809BCC52E0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829AB4-A446-4E3D-9841-5AE31536B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C8E095-F5A6-4411-B5C0-BE070DDEB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B0EF-03D0-4814-9B0B-6107765D83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3653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E49B1ED-7307-4357-8954-0CC8A4EB74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A913A09-5CFF-4A01-939B-B3D825373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E1DF9E-D02F-46D6-A3AC-132A53ED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6ED-0C5C-421F-A103-66809BCC52E0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3B0E68-2A0D-45CA-8609-A66A91BCF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537458-055A-4C32-9411-A77482688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B0EF-03D0-4814-9B0B-6107765D83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529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BD19A6A-E781-4128-A533-35BB62C49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88AE3FF-24C1-4381-9C38-352D9AD3A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E0C2FC-5249-41D6-BFFB-674FF8C91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056ED-0C5C-421F-A103-66809BCC52E0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378C50-2EEC-424A-909E-ED45B813C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212252-3B7E-48CE-B448-9DFB7221E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3B0EF-03D0-4814-9B0B-6107765D83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6790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B964E54-D2C3-40E2-843A-726F59AE20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1"/>
            <a:ext cx="12192000" cy="6920871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E00696D-C06E-44F4-BF61-4057C5669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4766" y="1638830"/>
            <a:ext cx="10422467" cy="2387600"/>
          </a:xfrm>
        </p:spPr>
        <p:txBody>
          <a:bodyPr>
            <a:noAutofit/>
          </a:bodyPr>
          <a:lstStyle/>
          <a:p>
            <a:r>
              <a:rPr lang="en-US" altLang="ja-JP" sz="17900" b="1" spc="-1000" dirty="0">
                <a:latin typeface="Berlin Sans FB Demi" panose="020E0802020502020306" pitchFamily="34" charset="0"/>
              </a:rPr>
              <a:t>FALL</a:t>
            </a:r>
            <a:r>
              <a:rPr kumimoji="1" lang="en-US" altLang="ja-JP" sz="17900" b="1" dirty="0">
                <a:solidFill>
                  <a:srgbClr val="FF0000"/>
                </a:solidFill>
                <a:latin typeface="Agency FB" panose="020B0503020202020204" pitchFamily="34" charset="0"/>
              </a:rPr>
              <a:t>³</a:t>
            </a:r>
            <a:endParaRPr kumimoji="1" lang="ja-JP" altLang="en-US" sz="17900" b="1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113EAB5-A29E-4FB2-9F31-8BCA21998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4394" y="3707078"/>
            <a:ext cx="5843210" cy="2566722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r>
              <a:rPr lang="ja-JP" altLang="en-US" sz="2800" b="1" dirty="0"/>
              <a:t>使用エンジン</a:t>
            </a:r>
            <a:r>
              <a:rPr kumimoji="1" lang="ja-JP" altLang="en-US" sz="2800" b="1" dirty="0"/>
              <a:t>：</a:t>
            </a:r>
            <a:r>
              <a:rPr kumimoji="1" lang="en-US" altLang="ja-JP" sz="2800" b="1" dirty="0"/>
              <a:t>Unity</a:t>
            </a:r>
          </a:p>
          <a:p>
            <a:r>
              <a:rPr lang="ja-JP" altLang="en-US" sz="2800" b="1" dirty="0"/>
              <a:t>プレイ人数：</a:t>
            </a:r>
            <a:r>
              <a:rPr lang="en-US" altLang="ja-JP" sz="2800" b="1" dirty="0"/>
              <a:t>2</a:t>
            </a:r>
            <a:r>
              <a:rPr lang="ja-JP" altLang="en-US" sz="2800" b="1" dirty="0"/>
              <a:t>人</a:t>
            </a:r>
            <a:endParaRPr lang="en-US" altLang="ja-JP" sz="2800" b="1" dirty="0"/>
          </a:p>
          <a:p>
            <a:r>
              <a:rPr kumimoji="1" lang="ja-JP" altLang="en-US" sz="2800" b="1" dirty="0"/>
              <a:t>プラットフォーム：</a:t>
            </a:r>
            <a:r>
              <a:rPr kumimoji="1" lang="en-US" altLang="ja-JP" sz="2800" b="1" dirty="0"/>
              <a:t>PC</a:t>
            </a:r>
          </a:p>
          <a:p>
            <a:r>
              <a:rPr kumimoji="1" lang="ja-JP" altLang="en-US" sz="2800" b="1" dirty="0"/>
              <a:t>ターゲットユーザー：イベントに来た</a:t>
            </a:r>
            <a:r>
              <a:rPr kumimoji="1" lang="en-US" altLang="ja-JP" sz="2800" b="1" dirty="0"/>
              <a:t>5</a:t>
            </a:r>
            <a:r>
              <a:rPr kumimoji="1" lang="ja-JP" altLang="en-US" sz="2800" b="1" dirty="0"/>
              <a:t>分くらいしか時間がない人</a:t>
            </a:r>
            <a:endParaRPr kumimoji="1" lang="en-US" altLang="ja-JP" sz="2800" b="1" dirty="0"/>
          </a:p>
        </p:txBody>
      </p:sp>
    </p:spTree>
    <p:extLst>
      <p:ext uri="{BB962C8B-B14F-4D97-AF65-F5344CB8AC3E}">
        <p14:creationId xmlns:p14="http://schemas.microsoft.com/office/powerpoint/2010/main" val="4004788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重力を発見したニュートンのイラスト">
            <a:extLst>
              <a:ext uri="{FF2B5EF4-FFF2-40B4-BE49-F238E27FC236}">
                <a16:creationId xmlns:a16="http://schemas.microsoft.com/office/drawing/2014/main" id="{D4637EE9-A6FB-46D8-9190-A2BC4219F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411" y="0"/>
            <a:ext cx="64293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411C8CE-4AB0-4E9F-99E2-9D10091073E1}"/>
              </a:ext>
            </a:extLst>
          </p:cNvPr>
          <p:cNvSpPr txBox="1"/>
          <p:nvPr/>
        </p:nvSpPr>
        <p:spPr>
          <a:xfrm>
            <a:off x="708338" y="528033"/>
            <a:ext cx="40318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000" dirty="0"/>
              <a:t>コンセプト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A812A62-21AD-4417-84D6-6ED77EC0B0EE}"/>
              </a:ext>
            </a:extLst>
          </p:cNvPr>
          <p:cNvSpPr txBox="1"/>
          <p:nvPr/>
        </p:nvSpPr>
        <p:spPr>
          <a:xfrm>
            <a:off x="469320" y="2705725"/>
            <a:ext cx="921277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800" b="1" dirty="0"/>
              <a:t>落ちずに落とせ！</a:t>
            </a:r>
          </a:p>
        </p:txBody>
      </p:sp>
    </p:spTree>
    <p:extLst>
      <p:ext uri="{BB962C8B-B14F-4D97-AF65-F5344CB8AC3E}">
        <p14:creationId xmlns:p14="http://schemas.microsoft.com/office/powerpoint/2010/main" val="1586770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8C019479-93DC-4FA9-BEB0-7B815D047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43" y="1278586"/>
            <a:ext cx="7576457" cy="4300827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EF03404-B411-4C59-A43B-29DD2089474E}"/>
              </a:ext>
            </a:extLst>
          </p:cNvPr>
          <p:cNvSpPr txBox="1"/>
          <p:nvPr/>
        </p:nvSpPr>
        <p:spPr>
          <a:xfrm>
            <a:off x="440540" y="346708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dirty="0"/>
              <a:t>概要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0C89385-073D-4026-B436-12720A5EB8E4}"/>
              </a:ext>
            </a:extLst>
          </p:cNvPr>
          <p:cNvSpPr txBox="1"/>
          <p:nvPr/>
        </p:nvSpPr>
        <p:spPr>
          <a:xfrm>
            <a:off x="151891" y="2459504"/>
            <a:ext cx="63086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/>
              <a:t>・１対１の</a:t>
            </a:r>
            <a:r>
              <a:rPr lang="en-US" altLang="ja-JP" sz="4000" dirty="0" err="1"/>
              <a:t>PvP</a:t>
            </a:r>
            <a:endParaRPr lang="en-US" altLang="ja-JP" sz="4000" dirty="0"/>
          </a:p>
          <a:p>
            <a:endParaRPr lang="en-US" altLang="ja-JP" sz="4000" dirty="0"/>
          </a:p>
          <a:p>
            <a:r>
              <a:rPr kumimoji="1" lang="ja-JP" altLang="en-US" sz="4000" dirty="0"/>
              <a:t>・敵を落とし合う</a:t>
            </a:r>
          </a:p>
        </p:txBody>
      </p:sp>
    </p:spTree>
    <p:extLst>
      <p:ext uri="{BB962C8B-B14F-4D97-AF65-F5344CB8AC3E}">
        <p14:creationId xmlns:p14="http://schemas.microsoft.com/office/powerpoint/2010/main" val="4038421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1BED570-3F9B-449F-A85B-8F1B450D996A}"/>
              </a:ext>
            </a:extLst>
          </p:cNvPr>
          <p:cNvSpPr txBox="1"/>
          <p:nvPr/>
        </p:nvSpPr>
        <p:spPr>
          <a:xfrm>
            <a:off x="362857" y="406400"/>
            <a:ext cx="19736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/>
              <a:t>概要</a:t>
            </a:r>
            <a:r>
              <a:rPr kumimoji="1" lang="en-US" altLang="ja-JP" sz="5400" dirty="0"/>
              <a:t>II</a:t>
            </a:r>
            <a:endParaRPr kumimoji="1" lang="ja-JP" altLang="en-US" sz="54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719CF5A-6B0B-43E8-BC98-8A1C88502DB2}"/>
              </a:ext>
            </a:extLst>
          </p:cNvPr>
          <p:cNvSpPr txBox="1"/>
          <p:nvPr/>
        </p:nvSpPr>
        <p:spPr>
          <a:xfrm>
            <a:off x="362857" y="2220685"/>
            <a:ext cx="5929828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・落ちたら負け</a:t>
            </a:r>
            <a:endParaRPr kumimoji="1" lang="en-US" altLang="ja-JP" sz="3200" dirty="0"/>
          </a:p>
          <a:p>
            <a:endParaRPr kumimoji="1" lang="en-US" altLang="ja-JP" sz="3200" dirty="0"/>
          </a:p>
          <a:p>
            <a:r>
              <a:rPr kumimoji="1" lang="ja-JP" altLang="en-US" sz="3200" dirty="0"/>
              <a:t>・歩いた部分の床が落ちていく</a:t>
            </a:r>
            <a:endParaRPr kumimoji="1" lang="en-US" altLang="ja-JP" sz="3200" dirty="0"/>
          </a:p>
          <a:p>
            <a:endParaRPr kumimoji="1" lang="en-US" altLang="ja-JP" sz="3200" dirty="0"/>
          </a:p>
          <a:p>
            <a:r>
              <a:rPr lang="ja-JP" altLang="en-US" sz="3200" dirty="0"/>
              <a:t>・パンチでノックバックさせる</a:t>
            </a:r>
            <a:endParaRPr lang="en-US" altLang="ja-JP" sz="3200" dirty="0"/>
          </a:p>
          <a:p>
            <a:endParaRPr lang="en-US" altLang="ja-JP" sz="3200" dirty="0"/>
          </a:p>
          <a:p>
            <a:r>
              <a:rPr kumimoji="1" lang="ja-JP" altLang="en-US" sz="3200" dirty="0"/>
              <a:t>・必殺技でめっちゃ床壊す</a:t>
            </a:r>
            <a:endParaRPr lang="en-US" altLang="ja-JP" sz="3200" dirty="0"/>
          </a:p>
        </p:txBody>
      </p:sp>
      <p:pic>
        <p:nvPicPr>
          <p:cNvPr id="3074" name="Picture 2" descr="落とし穴に落ちる人のイラスト">
            <a:extLst>
              <a:ext uri="{FF2B5EF4-FFF2-40B4-BE49-F238E27FC236}">
                <a16:creationId xmlns:a16="http://schemas.microsoft.com/office/drawing/2014/main" id="{86326E0B-5684-42DE-A7AD-C2A8955B7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3200400"/>
            <a:ext cx="36576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壊している人のイラスト（棒人間）">
            <a:extLst>
              <a:ext uri="{FF2B5EF4-FFF2-40B4-BE49-F238E27FC236}">
                <a16:creationId xmlns:a16="http://schemas.microsoft.com/office/drawing/2014/main" id="{1048039A-F526-4C96-8A5D-0BA9F8264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687355" y="406400"/>
            <a:ext cx="3675845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751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39abfb5-1edc-46dd-b6ee-7f92783bfc4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027EB2FAD7E1499BC2910A1E60BC68" ma:contentTypeVersion="16" ma:contentTypeDescription="新しいドキュメントを作成します。" ma:contentTypeScope="" ma:versionID="3ca5bee3d781033b2bda6830d6da2273">
  <xsd:schema xmlns:xsd="http://www.w3.org/2001/XMLSchema" xmlns:xs="http://www.w3.org/2001/XMLSchema" xmlns:p="http://schemas.microsoft.com/office/2006/metadata/properties" xmlns:ns3="039abfb5-1edc-46dd-b6ee-7f92783bfc48" xmlns:ns4="db6a9e92-7dff-44c4-88fb-dfdb35aacb58" targetNamespace="http://schemas.microsoft.com/office/2006/metadata/properties" ma:root="true" ma:fieldsID="d923d4134b7ebde23489540d140a3877" ns3:_="" ns4:_="">
    <xsd:import namespace="039abfb5-1edc-46dd-b6ee-7f92783bfc48"/>
    <xsd:import namespace="db6a9e92-7dff-44c4-88fb-dfdb35aacb58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LengthInSeconds" minOccurs="0"/>
                <xsd:element ref="ns3:MediaServiceDateTaken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9abfb5-1edc-46dd-b6ee-7f92783bfc48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6a9e92-7dff-44c4-88fb-dfdb35aacb58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4BE06A-8581-4F7F-9900-502022E98E7B}">
  <ds:schemaRefs>
    <ds:schemaRef ds:uri="db6a9e92-7dff-44c4-88fb-dfdb35aacb58"/>
    <ds:schemaRef ds:uri="http://schemas.microsoft.com/office/2006/documentManagement/types"/>
    <ds:schemaRef ds:uri="http://purl.org/dc/terms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039abfb5-1edc-46dd-b6ee-7f92783bfc48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67193BA-F703-4184-8DBC-C35D845C160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4E06B7-D99F-4FA3-812C-E267ACBA32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9abfb5-1edc-46dd-b6ee-7f92783bfc48"/>
    <ds:schemaRef ds:uri="db6a9e92-7dff-44c4-88fb-dfdb35aacb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66</Words>
  <Application>Microsoft Office PowerPoint</Application>
  <PresentationFormat>ワイド画面</PresentationFormat>
  <Paragraphs>19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游ゴシック</vt:lpstr>
      <vt:lpstr>游ゴシック Light</vt:lpstr>
      <vt:lpstr>Agency FB</vt:lpstr>
      <vt:lpstr>Arial</vt:lpstr>
      <vt:lpstr>Berlin Sans FB Demi</vt:lpstr>
      <vt:lpstr>Office テーマ</vt:lpstr>
      <vt:lpstr>FALL³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吉山　悠翔</dc:creator>
  <cp:lastModifiedBy>吉山　悠翔</cp:lastModifiedBy>
  <cp:revision>5</cp:revision>
  <dcterms:created xsi:type="dcterms:W3CDTF">2026-02-04T05:27:28Z</dcterms:created>
  <dcterms:modified xsi:type="dcterms:W3CDTF">2026-02-04T06:11:48Z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0x0101008A027EB2FAD7E1499BC2910A1E60BC68</vt:lpwstr>
  </property>
</Properties>
</file>